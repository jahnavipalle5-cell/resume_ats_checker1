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1828800"/>
            <a:ext cx="10332720" cy="1143000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1F2937"/>
                </a:solidFill>
                <a:latin typeface="Aptos"/>
              </a:defRPr>
            </a:pPr>
            <a:r>
              <a:t>📄  RESUME ATS KEYWORD CHECKER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3246120"/>
            <a:ext cx="85039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0">
                <a:solidFill>
                  <a:srgbClr val="1F2937"/>
                </a:solidFill>
                <a:latin typeface="Aptos"/>
              </a:defRPr>
            </a:pPr>
            <a:r>
              <a:t>An Intelligent Resume Analysis 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2519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Presented by: Jahnavi P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Python  •  Streamlit  •  NLP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A web-based application that compares a resume with a job description.</a:t>
            </a:r>
          </a:p>
          <a:p>
            <a:pPr>
              <a:spcAft>
                <a:spcPts val="10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Identifies matching and missing keywords.</a:t>
            </a:r>
          </a:p>
          <a:p>
            <a:pPr>
              <a:spcAft>
                <a:spcPts val="10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Calculates ATS Match Score and resume–job similarity.</a:t>
            </a:r>
          </a:p>
          <a:p>
            <a:pPr>
              <a:spcAft>
                <a:spcPts val="10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Analyzes technical skills, soft skills, and resume sections.</a:t>
            </a:r>
          </a:p>
          <a:p>
            <a:pPr>
              <a:spcAft>
                <a:spcPts val="10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Provides improvement suggestions and a downloadable PDF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Resume ATS Keyword Checker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34440"/>
            <a:ext cx="5029200" cy="640080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F2937"/>
                </a:solidFill>
                <a:latin typeface="Aptos"/>
              </a:defRPr>
            </a:pPr>
            <a:r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Missing important job-related keywords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Difficulty comparing resume with job description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Incomplete or missing resume sections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Manual analysis takes time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Limited immediate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4754880" cy="914400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2937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9260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An automated Resume ATS Keyword Checker that analyzes the resume and provides structured feedback.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Resume ATS Keyword Checker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5212080" cy="594360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2937"/>
                </a:solidFill>
                <a:latin typeface="Aptos"/>
              </a:defRPr>
            </a:pPr>
            <a:r>
              <a:t>Resume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📄 Extract PDF/DOCX text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🔍 Identify job keywords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✅ Find matching keywords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❌ Find missing keywords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📋 Analyze resume sections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34440"/>
            <a:ext cx="5212080" cy="594360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2937"/>
                </a:solidFill>
                <a:latin typeface="Aptos"/>
              </a:defRPr>
            </a:pPr>
            <a:r>
              <a:t>Scoring &amp;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📊 Calculate ATS score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🤝 Calculate similarity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💻 Analyze skills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🎯 Provide suggestions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📥 Generate PDF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Resume ATS Keyword Checker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  <a:latin typeface="Aptos Display"/>
              </a:defRPr>
            </a:pPr>
            <a:r>
              <a:t>Technology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280160"/>
          <a:ext cx="99669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Core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Streamlit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Web 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PyPDF2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PDF text extraction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python-docx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DOCX text extraction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Scikit-learn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TF-IDF &amp; cosine similarity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ReportLab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PDF report generation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Regular Expressions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Keyword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Resume ATS Keyword Checker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37560" y="1051560"/>
            <a:ext cx="5486400" cy="566928"/>
          </a:xfrm>
          <a:prstGeom prst="roundRect">
            <a:avLst/>
          </a:prstGeom>
          <a:solidFill>
            <a:srgbClr val="DCE6F1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4" name="Down Arrow 3"/>
          <p:cNvSpPr/>
          <p:nvPr/>
        </p:nvSpPr>
        <p:spPr>
          <a:xfrm>
            <a:off x="5623560" y="1618488"/>
            <a:ext cx="914400" cy="347472"/>
          </a:xfrm>
          <a:prstGeom prst="downArrow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337560" y="1828800"/>
            <a:ext cx="548640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1F2937"/>
                </a:solidFill>
                <a:latin typeface="Aptos"/>
              </a:defRPr>
            </a:pPr>
            <a:r>
              <a:t>Upload Resume</a:t>
            </a:r>
            <a:br/>
            <a:r>
              <a:t>PDF / DOCX</a:t>
            </a:r>
          </a:p>
        </p:txBody>
      </p:sp>
      <p:sp>
        <p:nvSpPr>
          <p:cNvPr id="6" name="Down Arrow 5"/>
          <p:cNvSpPr/>
          <p:nvPr/>
        </p:nvSpPr>
        <p:spPr>
          <a:xfrm>
            <a:off x="5623560" y="2395728"/>
            <a:ext cx="914400" cy="347472"/>
          </a:xfrm>
          <a:prstGeom prst="downArrow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37560" y="2606040"/>
            <a:ext cx="548640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1F2937"/>
                </a:solidFill>
                <a:latin typeface="Aptos"/>
              </a:defRPr>
            </a:pPr>
            <a:r>
              <a:t>Text Extraction</a:t>
            </a:r>
          </a:p>
        </p:txBody>
      </p:sp>
      <p:sp>
        <p:nvSpPr>
          <p:cNvPr id="8" name="Down Arrow 7"/>
          <p:cNvSpPr/>
          <p:nvPr/>
        </p:nvSpPr>
        <p:spPr>
          <a:xfrm>
            <a:off x="5623560" y="3172968"/>
            <a:ext cx="914400" cy="347472"/>
          </a:xfrm>
          <a:prstGeom prst="downArrow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37560" y="3383280"/>
            <a:ext cx="548640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1F2937"/>
                </a:solidFill>
                <a:latin typeface="Aptos"/>
              </a:defRPr>
            </a:pPr>
            <a:r>
              <a:t>Resume +</a:t>
            </a:r>
            <a:br/>
            <a:r>
              <a:t>Job Description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623560" y="3950208"/>
            <a:ext cx="914400" cy="347472"/>
          </a:xfrm>
          <a:prstGeom prst="downArrow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37560" y="4160520"/>
            <a:ext cx="548640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1F2937"/>
                </a:solidFill>
                <a:latin typeface="Aptos"/>
              </a:defRPr>
            </a:pPr>
            <a:r>
              <a:t>Analysis Engine</a:t>
            </a:r>
            <a:br/>
            <a:r>
              <a:t>Keywords • Similarity • Skills • Sections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623560" y="4727448"/>
            <a:ext cx="914400" cy="347472"/>
          </a:xfrm>
          <a:prstGeom prst="downArrow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37560" y="5166360"/>
            <a:ext cx="5486400" cy="566928"/>
          </a:xfrm>
          <a:prstGeom prst="roundRect">
            <a:avLst/>
          </a:prstGeom>
          <a:solidFill>
            <a:srgbClr val="DCE6F1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  <a:latin typeface="Aptos"/>
              </a:defRPr>
            </a:pPr>
            <a:r>
              <a:t>Results + PDF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Resume ATS Keyword Checker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  <a:latin typeface="Aptos Display"/>
              </a:defRPr>
            </a:pPr>
            <a:r>
              <a:t>Working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240280"/>
            <a:ext cx="1600200" cy="1645920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937"/>
                </a:solidFill>
                <a:latin typeface="Aptos"/>
              </a:defRPr>
            </a:pPr>
            <a:r>
              <a:t>01</a:t>
            </a:r>
            <a:br/>
            <a:r>
              <a:t>UPLOAD</a:t>
            </a:r>
            <a:br/>
            <a:r>
              <a:t>PDF / DOCX Resume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167128" y="2788920"/>
            <a:ext cx="384048" cy="320040"/>
          </a:xfrm>
          <a:prstGeom prst="rightArrow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514600" y="2240280"/>
            <a:ext cx="1600200" cy="1645920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937"/>
                </a:solidFill>
                <a:latin typeface="Aptos"/>
              </a:defRPr>
            </a:pPr>
            <a:r>
              <a:t>02</a:t>
            </a:r>
            <a:br/>
            <a:r>
              <a:t>EXTRACT</a:t>
            </a:r>
            <a:br/>
            <a:r>
              <a:t>Resume Text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87368" y="2788920"/>
            <a:ext cx="384048" cy="320040"/>
          </a:xfrm>
          <a:prstGeom prst="rightArrow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34840" y="2240280"/>
            <a:ext cx="1600200" cy="1645920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937"/>
                </a:solidFill>
                <a:latin typeface="Aptos"/>
              </a:defRPr>
            </a:pPr>
            <a:r>
              <a:t>03</a:t>
            </a:r>
            <a:br/>
            <a:r>
              <a:t>ANALYZE</a:t>
            </a:r>
            <a:br/>
            <a:r>
              <a:t>Keywords &amp; Sections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07608" y="2788920"/>
            <a:ext cx="384048" cy="320040"/>
          </a:xfrm>
          <a:prstGeom prst="rightArrow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55080" y="2240280"/>
            <a:ext cx="1600200" cy="1645920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937"/>
                </a:solidFill>
                <a:latin typeface="Aptos"/>
              </a:defRPr>
            </a:pPr>
            <a:r>
              <a:t>04</a:t>
            </a:r>
            <a:br/>
            <a:r>
              <a:t>COMPARE</a:t>
            </a:r>
            <a:br/>
            <a:r>
              <a:t>Resume vs Job Description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27848" y="2788920"/>
            <a:ext cx="384048" cy="320040"/>
          </a:xfrm>
          <a:prstGeom prst="rightArrow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75320" y="2240280"/>
            <a:ext cx="1600200" cy="1645920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937"/>
                </a:solidFill>
                <a:latin typeface="Aptos"/>
              </a:defRPr>
            </a:pPr>
            <a:r>
              <a:t>05</a:t>
            </a:r>
            <a:br/>
            <a:r>
              <a:t>CALCULATE</a:t>
            </a:r>
            <a:br/>
            <a:r>
              <a:t>ATS + Similarity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848088" y="2788920"/>
            <a:ext cx="384048" cy="320040"/>
          </a:xfrm>
          <a:prstGeom prst="rightArrow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95560" y="2240280"/>
            <a:ext cx="1600200" cy="1645920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937"/>
                </a:solidFill>
                <a:latin typeface="Aptos"/>
              </a:defRPr>
            </a:pPr>
            <a:r>
              <a:t>06</a:t>
            </a:r>
            <a:br/>
            <a:r>
              <a:t>REPORT</a:t>
            </a:r>
            <a:br/>
            <a:r>
              <a:t>Results +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Resume ATS Keyword Checker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  <a:latin typeface="Aptos Display"/>
              </a:defRPr>
            </a:pPr>
            <a: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1691640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2937"/>
                </a:solidFill>
                <a:latin typeface="Aptos"/>
              </a:defRPr>
            </a:pPr>
            <a:r>
              <a:t>📊 ATS Analysis</a:t>
            </a:r>
            <a:br/>
            <a:br/>
            <a:r>
              <a:t>ATS Match Score</a:t>
            </a:r>
            <a:br/>
            <a:r>
              <a:t>Matching &amp; Missing Keywords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1691640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2937"/>
                </a:solidFill>
                <a:latin typeface="Aptos"/>
              </a:defRPr>
            </a:pPr>
            <a:r>
              <a:t>💻 Skills Analysis</a:t>
            </a:r>
            <a:br/>
            <a:br/>
            <a:r>
              <a:t>Technical Skills</a:t>
            </a:r>
            <a:br/>
            <a:r>
              <a:t>Soft Skills</a:t>
            </a:r>
            <a:br/>
            <a:r>
              <a:t>Keyword Frequency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5120640" cy="1691640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2937"/>
                </a:solidFill>
                <a:latin typeface="Aptos"/>
              </a:defRPr>
            </a:pPr>
            <a:r>
              <a:t>📋 Resume Analysis</a:t>
            </a:r>
            <a:br/>
            <a:br/>
            <a:r>
              <a:t>Section Coverage</a:t>
            </a:r>
            <a:br/>
            <a:r>
              <a:t>Overall Score</a:t>
            </a:r>
            <a:br/>
            <a:r>
              <a:t>Strength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657600"/>
            <a:ext cx="5120640" cy="1691640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2937"/>
                </a:solidFill>
                <a:latin typeface="Aptos"/>
              </a:defRPr>
            </a:pPr>
            <a:r>
              <a:t>📥 Reporting</a:t>
            </a:r>
            <a:br/>
            <a:br/>
            <a:r>
              <a:t>Improvement Tips</a:t>
            </a:r>
            <a:br/>
            <a:r>
              <a:t>PDF Report</a:t>
            </a:r>
            <a:br/>
            <a:r>
              <a:t>User-friendly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Resume ATS Keyword Checker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  <a:latin typeface="Aptos Display"/>
              </a:defRPr>
            </a:pPr>
            <a:r>
              <a:t>Resume–Job Description Similarity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926080" cy="914400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2937"/>
                </a:solidFill>
                <a:latin typeface="Aptos"/>
              </a:defRPr>
            </a:pPr>
            <a:r>
              <a:t>TF-IDF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5176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Represents the importance of words in the documents.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554480"/>
            <a:ext cx="2926080" cy="914400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2937"/>
                </a:solidFill>
                <a:latin typeface="Aptos"/>
              </a:defRPr>
            </a:pPr>
            <a:r>
              <a:t>Cosine Similarity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6517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Compares the text representations of the resume and job description.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554480"/>
            <a:ext cx="2926080" cy="914400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2937"/>
                </a:solidFill>
                <a:latin typeface="Aptos"/>
              </a:defRPr>
            </a:pPr>
            <a:r>
              <a:t>Similarity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6517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Produces a percentage-based text similarity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892040"/>
            <a:ext cx="8503920" cy="822960"/>
          </a:xfrm>
          <a:prstGeom prst="roundRect">
            <a:avLst/>
          </a:prstGeom>
          <a:solidFill>
            <a:srgbClr val="DCE6F1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937"/>
                </a:solidFill>
                <a:latin typeface="Aptos"/>
              </a:defRPr>
            </a:pPr>
            <a:r>
              <a:t>Resume + Job Description  →  TF-IDF  →  Cosine Similarity  →  Similarity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Resume ATS Keyword Checker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  <a:latin typeface="Aptos Display"/>
              </a:defRPr>
            </a:pPr>
            <a:r>
              <a:t>Results &amp; Output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34440"/>
          <a:ext cx="4572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ATS Match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Resume–Job Similarity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Section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75%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Overall Resume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47%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Matching Keywords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Missing Keywords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715000" y="1417320"/>
            <a:ext cx="5669280" cy="4114800"/>
          </a:xfrm>
          <a:prstGeom prst="roundRect">
            <a:avLst/>
          </a:prstGeom>
          <a:solidFill>
            <a:srgbClr val="F3F4F6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937"/>
                </a:solidFill>
                <a:latin typeface="Aptos"/>
              </a:defRPr>
            </a:pPr>
            <a:r>
              <a:t>📸 YOUR STREAMLIT SCREENSHOT</a:t>
            </a:r>
            <a:br/>
            <a:br/>
            <a:r>
              <a:t>Insert your actual ATS Analysis / Dashboard screenshot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Resume ATS Keyword Checker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  <a:latin typeface="Aptos Display"/>
              </a:defRPr>
            </a:pPr>
            <a:r>
              <a:t>Advantages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43000"/>
            <a:ext cx="5212080" cy="594360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2937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Easy-to-use interface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Fast resume analysis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PDF/DOCX support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Keyword and skill analysis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Downloadable PDF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143000"/>
            <a:ext cx="5212080" cy="594360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2937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🤖 AI-powered analysis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🧠 Advanced NLP skill extraction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📐 Resume formatting analysis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☁️ Cloud deployment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🔄 Multiple job comparison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👤 User 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Resume ATS Keyword Checker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The Resume ATS Keyword Checker provides an automated approach to analyzing resumes against job descriptions.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It identifies matching and missing keywords and analyzes skills and resume sections.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It calculates ATS and similarity scores and provides improvement suggestions.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It also generates a downloadable PDF analysis report.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Technologies demonstrated: Python, Streamlit, NLP, machine learning, and PDF processing.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86200" y="4892040"/>
            <a:ext cx="4389120" cy="914400"/>
          </a:xfrm>
          <a:prstGeom prst="roundRect">
            <a:avLst/>
          </a:prstGeom>
          <a:solidFill>
            <a:srgbClr val="EAF2F8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2937"/>
                </a:solidFill>
                <a:latin typeface="Aptos"/>
              </a:defRPr>
            </a:pPr>
            <a:r>
              <a:t>THANK YOU</a:t>
            </a:r>
            <a:br/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Resume ATS Keyword Checker  |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596</Words>
  <Application>Microsoft Office PowerPoint</Application>
  <PresentationFormat>Widescreen</PresentationFormat>
  <Paragraphs>124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Jahnavi Palle</dc:creator>
  <cp:keywords/>
  <dc:description>generated using python-pptx</dc:description>
  <cp:lastModifiedBy>Jahnavi Palle</cp:lastModifiedBy>
  <cp:revision>1</cp:revision>
  <dcterms:created xsi:type="dcterms:W3CDTF">2013-01-27T09:14:16Z</dcterms:created>
  <dcterms:modified xsi:type="dcterms:W3CDTF">2026-10-02T15:21:32Z</dcterms:modified>
  <cp:category/>
</cp:coreProperties>
</file>